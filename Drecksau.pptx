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96B5"/>
    <a:srgbClr val="EC8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2F5F13-C40B-F7D2-5C9B-0754B6FD9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A21717-E627-2717-9CA2-E3849CED4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408B56-BE2C-694E-3E8A-69EBA0EF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9CD941-FB8A-CB6F-FF49-C961743C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E89382-4B25-7F46-F929-63F29A8D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615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78EE43-580F-8E7C-E0B0-0937E640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5AEF3-41FE-22C0-A917-CDD9BBC0B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A8CCBC-724E-EC2B-BEBF-2E949036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57245B-B7E6-A766-2BEA-99B88E6D2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FF15EC-716D-FFC3-6303-5501A85A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  <p:pic>
        <p:nvPicPr>
          <p:cNvPr id="6150" name="Picture 6" descr="Fresh Green Grass Border Image - High-Quality PNG for Web &amp; Print #3679129  | Clipart Library">
            <a:extLst>
              <a:ext uri="{FF2B5EF4-FFF2-40B4-BE49-F238E27FC236}">
                <a16:creationId xmlns:a16="http://schemas.microsoft.com/office/drawing/2014/main" id="{E549E2CF-7132-5D6A-D477-DFC34E159F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605" y="5134232"/>
            <a:ext cx="12247605" cy="172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30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24F15-1E9D-FD5B-B63A-E9D13F4C9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1E71E5-B48A-B49B-725B-8CCFA946A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8E4404-23B8-5FE5-0C08-E3E1FE9E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9D536F-EF36-A1B1-09C3-423F9DD7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FE95D-1E7F-91B1-46BB-B532E266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9881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89AFBC-AE0E-714D-508D-5F2DC463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DCA06E-556F-2CC1-AF89-05FBCFFB4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BF563C-488C-F1C0-E10F-F7813D0A9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C51F01-5682-F8BD-471B-36F98E999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A64DD2-CA53-D631-3C05-59F6770E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05615E-A35F-5B29-A955-E540071F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916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82036F-1FF6-5396-EBB9-2E1D94EF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B37B63-D73F-9F10-F0D4-1BB0BA386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34976D-54CE-C2E5-5F00-2C14821D6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518F69E-B92D-FA43-4284-0045083C2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864F1F-D63F-F3C9-B2FE-69982723A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C849AAB-9F3E-B90C-0366-79216FD4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EC09B4B-EAD0-92E3-D7AB-BA727CCEF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746F164-461F-E72B-BFF4-0F9F3CB2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774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C5F03-3CB9-CD34-4F77-56D70649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B6C445-F860-3761-3D3F-AD456C88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A9CDF7-069A-954F-807A-8225841C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D773B0-CA14-3F15-3DD5-946E2831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50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4DED9A-C240-5BA9-4AF0-48CAECD5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AB78DA-8621-CBE5-8EAC-C4E059A5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9603C3-8C6D-EE5F-464A-14A76879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644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D84741-4F75-3AD5-7939-8A823A5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021880-6585-E0C4-5AD6-7E06B4161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8263CB-E376-B01A-A7DC-0AC58AC55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75589D-0994-52FB-26EA-94871F92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717E01-D087-FD69-CE1D-7A521330A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88BE00-FFEE-EDF3-CDB8-7E074296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521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A2DFC9-D68D-AC88-9548-CFF42D4B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F81DDA8-7ED0-5C03-5352-C9D2C348E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D1DB8D-2D4A-1BA6-6A26-26B0F2419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857530-547A-0AB8-07AA-1EB2BAA4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8D4FA0-7C1A-A7D9-3441-57368BA8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ABB6ED-5445-98CE-A2E3-40DBC043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570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9B902-0378-F615-37CF-ECE4A42B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93CC07-AFAB-3A0D-4413-EFA9699A5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6A0DB8-8BBA-783E-2CE4-B43FAF72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C84FD8-CBE5-3694-3EA6-03A49CBA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5DDDD9-471A-37BD-414E-B8CDA569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419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CE7FC2D-D75D-4895-E17C-2D43593A4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2C05BB-4024-4D7A-2D23-16F91F6B7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542118-1B83-2C95-3AE8-C22B6E0A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827BCE-1382-6B60-01A3-3CA47AAC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4C5FCE-8806-A12F-AC02-E6280F06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398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C7B71F1-839A-7C8D-79F5-63C03FEF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4C307C-7B1E-8131-1A67-F3E003039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157494-34BE-F451-E489-D2ADD8927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FE8DF-F505-4039-9CB4-13793AE2D21F}" type="datetimeFigureOut">
              <a:rPr lang="de-CH" smtClean="0"/>
              <a:t>26.05.2026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107E8B-27AD-E8FE-0F75-4842A5FFF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1C880A-27F0-FEF8-44E5-6560794CD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81EAA-CE99-4B08-9803-F9D3692C05F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168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Rectangle 307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recksause - Kinderspiel von Kosmos ab 6 Jahren">
            <a:extLst>
              <a:ext uri="{FF2B5EF4-FFF2-40B4-BE49-F238E27FC236}">
                <a16:creationId xmlns:a16="http://schemas.microsoft.com/office/drawing/2014/main" id="{55F7A737-4221-936F-BBEA-D10B17855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6" r="12834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C8E48E1-38E3-4B0B-DA59-ECD443C08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de-DE" sz="6600" b="1" dirty="0">
                <a:solidFill>
                  <a:schemeClr val="bg1"/>
                </a:solidFill>
                <a:latin typeface="ADLaM Display" panose="020B0604020202020204" pitchFamily="2" charset="0"/>
                <a:ea typeface="ADLaM Display" panose="020B0604020202020204" pitchFamily="2" charset="0"/>
                <a:cs typeface="ADLaM Display" panose="020B0604020202020204" pitchFamily="2" charset="0"/>
              </a:rPr>
              <a:t>Drecksau</a:t>
            </a:r>
            <a:endParaRPr lang="de-CH" sz="6600" b="1" dirty="0">
              <a:solidFill>
                <a:schemeClr val="bg1"/>
              </a:solidFill>
              <a:latin typeface="ADLaM Display" panose="020B0604020202020204" pitchFamily="2" charset="0"/>
              <a:ea typeface="ADLaM Display" panose="020B0604020202020204" pitchFamily="2" charset="0"/>
              <a:cs typeface="ADLaM Display" panose="020B0604020202020204" pitchFamily="2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CB46C1-6D06-2067-4C51-99DCD544C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Kartenspiel – Projekt</a:t>
            </a:r>
          </a:p>
          <a:p>
            <a:endParaRPr lang="de-DE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de-DE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ayyo</a:t>
            </a:r>
            <a:r>
              <a:rPr lang="de-DE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lang="de-DE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gafr</a:t>
            </a:r>
            <a:r>
              <a:rPr lang="de-DE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lang="de-DE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masc</a:t>
            </a:r>
            <a:endParaRPr lang="de-CH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5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B80CD-B56C-86C3-541F-7DAB2461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39CA0F-D4E1-C4B2-1F07-14845989E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Spiel</a:t>
            </a:r>
          </a:p>
          <a:p>
            <a:r>
              <a:rPr lang="de-DE" dirty="0"/>
              <a:t>Erweiterung </a:t>
            </a:r>
          </a:p>
          <a:p>
            <a:r>
              <a:rPr lang="de-DE" dirty="0"/>
              <a:t>Projektstruktur</a:t>
            </a:r>
          </a:p>
          <a:p>
            <a:r>
              <a:rPr lang="de-DE" dirty="0"/>
              <a:t>Vererbung  </a:t>
            </a:r>
          </a:p>
          <a:p>
            <a:r>
              <a:rPr lang="de-DE" dirty="0"/>
              <a:t>Gedankenvorgang &amp; Herausforderung </a:t>
            </a:r>
          </a:p>
          <a:p>
            <a:r>
              <a:rPr lang="de-DE" dirty="0"/>
              <a:t>Teamaufteilung</a:t>
            </a:r>
          </a:p>
          <a:p>
            <a:endParaRPr lang="de-CH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44E8343-07D5-6CD9-4771-9D1D831E249A}"/>
              </a:ext>
            </a:extLst>
          </p:cNvPr>
          <p:cNvSpPr/>
          <p:nvPr/>
        </p:nvSpPr>
        <p:spPr>
          <a:xfrm>
            <a:off x="838200" y="1365422"/>
            <a:ext cx="7982465" cy="49427"/>
          </a:xfrm>
          <a:prstGeom prst="rect">
            <a:avLst/>
          </a:prstGeom>
          <a:solidFill>
            <a:srgbClr val="FB96B5"/>
          </a:solidFill>
          <a:ln>
            <a:solidFill>
              <a:srgbClr val="FB96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" name="Picture 2" descr="Drecksau - Die tierisch lustige Schlammschlacht, Deutsch | MANOR">
            <a:extLst>
              <a:ext uri="{FF2B5EF4-FFF2-40B4-BE49-F238E27FC236}">
                <a16:creationId xmlns:a16="http://schemas.microsoft.com/office/drawing/2014/main" id="{EB813004-AE67-159E-EAB4-374EC321E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249" y="1825625"/>
            <a:ext cx="4147751" cy="41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12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ADAA9-B7D3-60F2-1728-9AF3F984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 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01F9C4-F323-34A5-2778-A34D63F77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Ziel:</a:t>
            </a:r>
            <a:r>
              <a:rPr lang="de-CH" dirty="0"/>
              <a:t> Eigene Schweine schmutzig machen</a:t>
            </a:r>
          </a:p>
          <a:p>
            <a:endParaRPr lang="de-CH" dirty="0"/>
          </a:p>
          <a:p>
            <a:r>
              <a:rPr lang="de-CH" dirty="0"/>
              <a:t>Karten: 66 Total</a:t>
            </a:r>
          </a:p>
          <a:p>
            <a:endParaRPr lang="de-CH" dirty="0"/>
          </a:p>
          <a:p>
            <a:r>
              <a:rPr lang="de-CH" dirty="0"/>
              <a:t>Spieler: 2-4 </a:t>
            </a:r>
          </a:p>
          <a:p>
            <a:endParaRPr lang="de-CH" dirty="0"/>
          </a:p>
          <a:p>
            <a:r>
              <a:rPr lang="de-CH" dirty="0"/>
              <a:t>Züge: Uhrzeigersinn 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29EC8CB-9C4B-B673-664E-8116123EED48}"/>
              </a:ext>
            </a:extLst>
          </p:cNvPr>
          <p:cNvSpPr/>
          <p:nvPr/>
        </p:nvSpPr>
        <p:spPr>
          <a:xfrm>
            <a:off x="838200" y="1365422"/>
            <a:ext cx="7982465" cy="49427"/>
          </a:xfrm>
          <a:prstGeom prst="rect">
            <a:avLst/>
          </a:prstGeom>
          <a:solidFill>
            <a:srgbClr val="FB96B5"/>
          </a:solidFill>
          <a:ln>
            <a:solidFill>
              <a:srgbClr val="FB96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" name="Picture 4" descr="KOSMOS - Drecksau - Kartenspiel">
            <a:extLst>
              <a:ext uri="{FF2B5EF4-FFF2-40B4-BE49-F238E27FC236}">
                <a16:creationId xmlns:a16="http://schemas.microsoft.com/office/drawing/2014/main" id="{EB0B712C-E0B8-E455-BA99-CB5CF3EF41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62" b="28378"/>
          <a:stretch/>
        </p:blipFill>
        <p:spPr bwMode="auto">
          <a:xfrm>
            <a:off x="7565467" y="2588740"/>
            <a:ext cx="3788333" cy="168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74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9C210-E28E-AFEA-D9AA-2FC5CF73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Erweiterung</a:t>
            </a:r>
            <a:endParaRPr lang="de-CH" dirty="0"/>
          </a:p>
        </p:txBody>
      </p:sp>
      <p:pic>
        <p:nvPicPr>
          <p:cNvPr id="7" name="Inhaltsplatzhalter 6" descr="Ein Bild, das Badewanne, Eimer, Pool enthält.&#10;&#10;Automatisch generierte Beschreibung">
            <a:extLst>
              <a:ext uri="{FF2B5EF4-FFF2-40B4-BE49-F238E27FC236}">
                <a16:creationId xmlns:a16="http://schemas.microsoft.com/office/drawing/2014/main" id="{F76D7737-DDA7-3CCF-BBF9-80DB78231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51" y="2293593"/>
            <a:ext cx="3198985" cy="3198985"/>
          </a:xfr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4A92AF8F-B762-B5A5-E392-B7D859D087CC}"/>
              </a:ext>
            </a:extLst>
          </p:cNvPr>
          <p:cNvSpPr/>
          <p:nvPr/>
        </p:nvSpPr>
        <p:spPr>
          <a:xfrm>
            <a:off x="838200" y="1365422"/>
            <a:ext cx="7982465" cy="49427"/>
          </a:xfrm>
          <a:prstGeom prst="rect">
            <a:avLst/>
          </a:prstGeom>
          <a:solidFill>
            <a:srgbClr val="FB96B5"/>
          </a:solidFill>
          <a:ln>
            <a:solidFill>
              <a:srgbClr val="FB96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9" name="Grafik 8" descr="Ein Bild, das Clipart, Grafiken, Cartoon, Design enthält.&#10;&#10;Automatisch generierte Beschreibung">
            <a:extLst>
              <a:ext uri="{FF2B5EF4-FFF2-40B4-BE49-F238E27FC236}">
                <a16:creationId xmlns:a16="http://schemas.microsoft.com/office/drawing/2014/main" id="{EAD6B2A1-56EF-F9CC-0EB0-5340111AF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73" y="2178585"/>
            <a:ext cx="3198985" cy="3198985"/>
          </a:xfrm>
          <a:prstGeom prst="rect">
            <a:avLst/>
          </a:prstGeom>
        </p:spPr>
      </p:pic>
      <p:pic>
        <p:nvPicPr>
          <p:cNvPr id="8198" name="Picture 6" descr="Wolke mit regen Cartoon-Stil. Abstrakt flach schlechtes Wetter Farben Hand  gezeichnet Symbol. Nettes Gewitter, helle Natur Wetter Element. Vektor  meteorologische Infografiken Stock-Vektorgrafik - Alamy">
            <a:extLst>
              <a:ext uri="{FF2B5EF4-FFF2-40B4-BE49-F238E27FC236}">
                <a16:creationId xmlns:a16="http://schemas.microsoft.com/office/drawing/2014/main" id="{30907E76-5ABD-03F3-AC91-6699BBBD10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20"/>
          <a:stretch/>
        </p:blipFill>
        <p:spPr bwMode="auto">
          <a:xfrm>
            <a:off x="7596145" y="2112604"/>
            <a:ext cx="3692782" cy="356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42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5B27BB-0A2C-C4A0-9754-C7D704C1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Projektstruktur 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4C9717-19AF-B71B-3918-F5085E572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534516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Cards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F4DBC39-1411-B455-28A5-00A0FA0B3C2A}"/>
              </a:ext>
            </a:extLst>
          </p:cNvPr>
          <p:cNvSpPr/>
          <p:nvPr/>
        </p:nvSpPr>
        <p:spPr>
          <a:xfrm>
            <a:off x="838200" y="1365422"/>
            <a:ext cx="7982465" cy="49427"/>
          </a:xfrm>
          <a:prstGeom prst="rect">
            <a:avLst/>
          </a:prstGeom>
          <a:solidFill>
            <a:srgbClr val="FB96B5"/>
          </a:solidFill>
          <a:ln>
            <a:solidFill>
              <a:srgbClr val="FB96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0E6117-6784-1A07-F69F-3A3727270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582" b="4700"/>
          <a:stretch/>
        </p:blipFill>
        <p:spPr>
          <a:xfrm>
            <a:off x="5964257" y="2374219"/>
            <a:ext cx="2471301" cy="113004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81CEDC7-2847-8733-7A93-67A04D5894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16" t="8584" b="38045"/>
          <a:stretch/>
        </p:blipFill>
        <p:spPr>
          <a:xfrm>
            <a:off x="523101" y="2360141"/>
            <a:ext cx="2028540" cy="3058685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A4EE09E-E8C8-6F50-B3EE-6C011A87022F}"/>
              </a:ext>
            </a:extLst>
          </p:cNvPr>
          <p:cNvSpPr txBox="1">
            <a:spLocks/>
          </p:cNvSpPr>
          <p:nvPr/>
        </p:nvSpPr>
        <p:spPr>
          <a:xfrm>
            <a:off x="838200" y="1832664"/>
            <a:ext cx="6402859" cy="534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/>
              <a:t>Game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806F099A-1895-1962-7170-BBDA5E2F72D6}"/>
              </a:ext>
            </a:extLst>
          </p:cNvPr>
          <p:cNvSpPr txBox="1">
            <a:spLocks/>
          </p:cNvSpPr>
          <p:nvPr/>
        </p:nvSpPr>
        <p:spPr>
          <a:xfrm>
            <a:off x="838200" y="1832664"/>
            <a:ext cx="6717958" cy="534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e-DE" dirty="0"/>
              <a:t>Model</a:t>
            </a:r>
          </a:p>
          <a:p>
            <a:pPr algn="r"/>
            <a:endParaRPr lang="de-DE" dirty="0"/>
          </a:p>
          <a:p>
            <a:pPr lvl="8" algn="r"/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1525BE3-4DC7-9FDD-3F20-2E157B963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681" y="602392"/>
            <a:ext cx="2127094" cy="5653216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D7B7CB61-7A20-6455-5F3A-4B8BA7FDCA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874" t="63154" r="21188" b="27477"/>
          <a:stretch/>
        </p:blipFill>
        <p:spPr>
          <a:xfrm>
            <a:off x="3427517" y="2374220"/>
            <a:ext cx="1207744" cy="57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4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2CB97-1D62-2BD8-D6B9-CFE35571D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Vererbung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B37136-E89B-BD33-70FE-62F05D2EF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Einheitlich </a:t>
            </a:r>
          </a:p>
          <a:p>
            <a:endParaRPr lang="de-DE" dirty="0"/>
          </a:p>
          <a:p>
            <a:r>
              <a:rPr lang="de-DE" dirty="0"/>
              <a:t>Erweiterbar </a:t>
            </a:r>
          </a:p>
          <a:p>
            <a:endParaRPr lang="de-DE" dirty="0"/>
          </a:p>
          <a:p>
            <a:r>
              <a:rPr lang="de-DE" dirty="0"/>
              <a:t>Verantwortung getrennt </a:t>
            </a:r>
            <a:endParaRPr lang="de-CH" dirty="0"/>
          </a:p>
        </p:txBody>
      </p:sp>
      <p:pic>
        <p:nvPicPr>
          <p:cNvPr id="2050" name="Picture 2" descr="Drecksau sauschön">
            <a:extLst>
              <a:ext uri="{FF2B5EF4-FFF2-40B4-BE49-F238E27FC236}">
                <a16:creationId xmlns:a16="http://schemas.microsoft.com/office/drawing/2014/main" id="{14053F19-0E0B-9889-E6D3-CE9F0FCCB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224" y="1390135"/>
            <a:ext cx="5348675" cy="476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EDBF52BE-ADA5-E445-AE9F-060FF7EA1326}"/>
              </a:ext>
            </a:extLst>
          </p:cNvPr>
          <p:cNvSpPr/>
          <p:nvPr/>
        </p:nvSpPr>
        <p:spPr>
          <a:xfrm>
            <a:off x="838200" y="1365422"/>
            <a:ext cx="7982465" cy="49427"/>
          </a:xfrm>
          <a:prstGeom prst="rect">
            <a:avLst/>
          </a:prstGeom>
          <a:solidFill>
            <a:srgbClr val="FB96B5"/>
          </a:solidFill>
          <a:ln>
            <a:solidFill>
              <a:srgbClr val="FB96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3200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55F985-41B5-888D-EBB9-ED183244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Gedankenvorgang &amp; Herausforderung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C1EFA5-9031-2DE4-846F-48000AE98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Todo</a:t>
            </a:r>
            <a:r>
              <a:rPr lang="de-DE" dirty="0"/>
              <a:t>-Liste</a:t>
            </a:r>
          </a:p>
          <a:p>
            <a:endParaRPr lang="de-DE" dirty="0"/>
          </a:p>
          <a:p>
            <a:r>
              <a:rPr lang="de-DE" dirty="0"/>
              <a:t>Einfach draufloslegen</a:t>
            </a:r>
          </a:p>
          <a:p>
            <a:endParaRPr lang="de-DE" dirty="0"/>
          </a:p>
          <a:p>
            <a:r>
              <a:rPr lang="de-DE" dirty="0"/>
              <a:t>Auf das Beste hoffen </a:t>
            </a:r>
            <a:endParaRPr lang="de-CH" dirty="0"/>
          </a:p>
        </p:txBody>
      </p:sp>
      <p:pic>
        <p:nvPicPr>
          <p:cNvPr id="4" name="Picture 2" descr="Drecksau (Kartenspiel): Kartenspiele online kaufen | Ex Libris">
            <a:extLst>
              <a:ext uri="{FF2B5EF4-FFF2-40B4-BE49-F238E27FC236}">
                <a16:creationId xmlns:a16="http://schemas.microsoft.com/office/drawing/2014/main" id="{304F3350-E5A0-19B0-78C0-E2BE890E4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683" y="2334420"/>
            <a:ext cx="2439166" cy="305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2D390ECC-C620-54C6-F1A4-4DB4BFCF46C0}"/>
              </a:ext>
            </a:extLst>
          </p:cNvPr>
          <p:cNvSpPr/>
          <p:nvPr/>
        </p:nvSpPr>
        <p:spPr>
          <a:xfrm>
            <a:off x="838200" y="1365422"/>
            <a:ext cx="8577649" cy="55605"/>
          </a:xfrm>
          <a:prstGeom prst="rect">
            <a:avLst/>
          </a:prstGeom>
          <a:solidFill>
            <a:srgbClr val="FB96B5"/>
          </a:solidFill>
          <a:ln>
            <a:solidFill>
              <a:srgbClr val="FB96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675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20C68-C654-4029-F826-29D558A2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Teamaufteilung 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D062E8-C0B2-C23E-4A33-986633409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Masc</a:t>
            </a:r>
            <a:r>
              <a:rPr lang="de-DE" dirty="0"/>
              <a:t>: Struktur &amp; </a:t>
            </a:r>
            <a:r>
              <a:rPr lang="de-DE" dirty="0" err="1"/>
              <a:t>GameState</a:t>
            </a:r>
            <a:r>
              <a:rPr lang="de-DE" dirty="0"/>
              <a:t> </a:t>
            </a:r>
          </a:p>
          <a:p>
            <a:endParaRPr lang="de-DE" dirty="0"/>
          </a:p>
          <a:p>
            <a:r>
              <a:rPr lang="de-DE" dirty="0" err="1"/>
              <a:t>Gafr</a:t>
            </a:r>
            <a:r>
              <a:rPr lang="de-DE" dirty="0"/>
              <a:t>: Hauptmenü &amp; Spielablauf </a:t>
            </a:r>
          </a:p>
          <a:p>
            <a:endParaRPr lang="de-DE" dirty="0"/>
          </a:p>
          <a:p>
            <a:r>
              <a:rPr lang="de-DE" dirty="0" err="1"/>
              <a:t>Ayyo</a:t>
            </a:r>
            <a:r>
              <a:rPr lang="de-DE" dirty="0"/>
              <a:t>: Fixes &amp; Präsentation </a:t>
            </a:r>
            <a:endParaRPr lang="de-CH" dirty="0"/>
          </a:p>
        </p:txBody>
      </p:sp>
      <p:pic>
        <p:nvPicPr>
          <p:cNvPr id="4100" name="Picture 4" descr="Drecksau - Die tierisch lustige Schlammschlacht, Deutsch | MANOR">
            <a:extLst>
              <a:ext uri="{FF2B5EF4-FFF2-40B4-BE49-F238E27FC236}">
                <a16:creationId xmlns:a16="http://schemas.microsoft.com/office/drawing/2014/main" id="{548FFCFD-A57B-F37C-80DB-756AFC688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965" y="1365422"/>
            <a:ext cx="2672835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70FBABC7-C6C3-8A44-949F-C8ACA33AB42A}"/>
              </a:ext>
            </a:extLst>
          </p:cNvPr>
          <p:cNvSpPr/>
          <p:nvPr/>
        </p:nvSpPr>
        <p:spPr>
          <a:xfrm>
            <a:off x="838200" y="1365422"/>
            <a:ext cx="7243119" cy="61783"/>
          </a:xfrm>
          <a:prstGeom prst="rect">
            <a:avLst/>
          </a:prstGeom>
          <a:solidFill>
            <a:srgbClr val="FB96B5"/>
          </a:solidFill>
          <a:ln>
            <a:solidFill>
              <a:srgbClr val="FB96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2566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Breitbild</PresentationFormat>
  <Paragraphs>42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ADLaM Display</vt:lpstr>
      <vt:lpstr>Arial</vt:lpstr>
      <vt:lpstr>Calibri</vt:lpstr>
      <vt:lpstr>Calibri Light</vt:lpstr>
      <vt:lpstr>Office</vt:lpstr>
      <vt:lpstr>Drecksau</vt:lpstr>
      <vt:lpstr>Inhalt</vt:lpstr>
      <vt:lpstr>Spiel </vt:lpstr>
      <vt:lpstr>Erweiterung</vt:lpstr>
      <vt:lpstr>Projektstruktur </vt:lpstr>
      <vt:lpstr>Vererbung</vt:lpstr>
      <vt:lpstr>Gedankenvorgang &amp; Herausforderung</vt:lpstr>
      <vt:lpstr>Teamaufteilung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Drecksau</dc:title>
  <dc:creator>Ayça Yonsul</dc:creator>
  <cp:lastModifiedBy>Ayça Yonsul</cp:lastModifiedBy>
  <cp:revision>20</cp:revision>
  <dcterms:created xsi:type="dcterms:W3CDTF">2026-05-26T18:10:33Z</dcterms:created>
  <dcterms:modified xsi:type="dcterms:W3CDTF">2026-05-28T09:49:10Z</dcterms:modified>
</cp:coreProperties>
</file>